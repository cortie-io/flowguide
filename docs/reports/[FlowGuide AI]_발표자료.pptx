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E2761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60120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A4B7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AI 해커톤대회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FlowGuide AI</a:t>
            </a:r>
            <a:endParaRPr lang="en-US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기반 n8n 자동화 워크플로우 학습 지원 시스템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349240"/>
            <a:ext cx="0" cy="77724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5257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팀명 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FlowGuide AI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 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경복대학교 소프트웨어융합학과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6263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2026. 09. 08.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57400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2057400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학습의 어려움과 생성형 AI의 한계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2432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624328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목표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 XAI 프레임워크로 그리는 튜터형 AI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91256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191256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기술 · 온톨로지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453개 노드를 담은 5계층 지식 데이터베이스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58184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758184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질문부터 답변까지, 환각을 막는 처리 구조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057400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057400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동작 데모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질의응답부터 워크플로우 자동 생성까지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62432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624328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AI와의 차별점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생성형 AI vs FlowGuide AI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191256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3191256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검증 결과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시나리오 QA, 실제 결함 10건 이상 해결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758184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758184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추진 경과 · 기대효과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 진행 경과와 향후 활용 방안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320040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49840" y="320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n8n은 배우기 어려운가?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202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구조의 복잡성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30428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수십~수백 개의 노드를 연결해 자동화를 구성 — 노드 하나하나의 기능뿐 아니라 전체 흐름과 노드 사이의 관계까지 함께 이해해야 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2644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2186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자료의 한계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60273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문서·커뮤니티·강의는 노드 각각의 사용법만 알려줄 뿐, 내가 만든 워크플로우가 왜 이렇게 설계됐는지는 알려주지 못합니다.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562856"/>
            <a:ext cx="457200" cy="45720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5171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AI의 환각(Hallucination)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901184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생성형 AI에게 워크플로우 JSON을 그대로 물어봐도 노드 사이의 연결 구조·제약조건을 정확히 짚어내지 못하고, 사실이 아닌 내용을 그럴듯하게 지어냅니다.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806440"/>
            <a:ext cx="10424160" cy="68580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58064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BD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—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워크플로우 구조를 정확히 분석하고, 지어낸 답이 아니라 근거 있는 설명과 개선안을 제공하는 AI 튜터가 필요합니다.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FlowGuide AI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320040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49840" y="320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4D XAI로 설명하는 AI 튜터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워크플로우를 4가지 관점에서 설명해, 사용자가 “이해 → 수정 → 설계”까지 나아가도록 돕습니다.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3F5FA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4231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2004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56616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선택됐나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3192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노드가 왜 여기서 사용됐는지, 전체 설계 의도 속 역할을 설명합니다.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46704" y="21488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3F5FA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75304" y="24231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75304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방법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75304" y="32004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75304" y="356616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처리되나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75304" y="393192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간 데이터가 어떤 흐름으로 변환·전달되는지 단계별로 풀어줍니다.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53328" y="21488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3F5FA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81928" y="24231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A4B7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8192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만약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81928" y="32004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281928" y="356616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바꾸면 어떻게 되나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81928" y="393192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설정을 변경했을 때 워크플로우 전체에 미치는 영향을 예측합니다.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59952" y="21488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3F5FA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88552" y="24231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6D5BD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8855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대안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988552" y="32004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988552" y="356616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방법은 없나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988552" y="393192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안정적이거나 효율적인 대체 구현 방식을 제안합니다.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FlowGuide AI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320040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49840" y="320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기술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온톨로지 — 453개 노드의 지식 지도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노드를 분류하고, 관계를 그리고, 규칙을 지키고, 좋은 예시를 모으고, 배우는 순서까지 — 다섯 가지 질문에 답하는 지식 데이터베이스입니다.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0EA5E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24028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종류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Taxonomy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2402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노드는 어떤 종류인가?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트리거·처리·출력·유틸리티로 노드를 분류합니다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26664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3B82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2666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관계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Graph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02666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노드와 어떻게 연결되는가?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간 7가지 관계를 그래프로 정리합니다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13048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81304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규칙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Constraints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38130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설정, 같이 써도 되는가?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속성끼리 함께 쓸 수 있는지 없는지 규칙을 담습니다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99432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4C3F9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9943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모범 사례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Patterns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459943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C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이렇게 조합하면 잘 동작하는가?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워크플로우 조합 패턴을 모아둡니다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385816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EA4B7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38581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순서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Graph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246120" y="538581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이걸 배우기 전에 뭘 알아야 하는가?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 학습 순서를 커리큘럼으로 정리합니다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FlowGuide AI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320040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49840" y="320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질문 한 줄이 답이 되기까지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23214" y="274320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3F5FA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2942" y="2834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4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4654" y="310896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질문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114654" y="36118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질문 · 현재 워크플로우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595982" y="2743200"/>
            <a:ext cx="1417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37714" y="274320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3F5FA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47442" y="2834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4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829154" y="310896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 분류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829154" y="36118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+ AI 하이브리드 판단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310482" y="2743200"/>
            <a:ext cx="1417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52214" y="274320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3F5FA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1942" y="2834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4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43654" y="310896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하이브리드 RAG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43654" y="36118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 + 의미 검색 · RRF 결합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024982" y="2743200"/>
            <a:ext cx="1417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66714" y="274320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3F5FA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76442" y="2834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4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58154" y="310896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보정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258154" y="36118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오타 자동 교정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739482" y="2743200"/>
            <a:ext cx="1417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881214" y="274320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90942" y="2834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9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972654" y="310896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+ 4단계 검증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972654" y="36118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구조·속성·패턴·표현식 검증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453982" y="2743200"/>
            <a:ext cx="1417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595714" y="274320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3F5FA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05442" y="2834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4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687154" y="310896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687154" y="36118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근거와 함께 스트리밍 응답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억제 핵심: REG(오타 보정) + 4단계 시맨틱 검증(구조·속성·패턴·표현식)이 LLM 생성 결과를 검증한 뒤에만 답변으로 내보냅니다.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557784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3F5FA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5577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(GPT-4o mini) 생성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37560" y="557784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3F5FA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37560" y="5577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FastAPI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35040" y="557784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3F5FA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35040" y="5577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PostgreSQL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732520" y="557784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3F5FA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732520" y="5577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FlowGuide AI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320040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49840" y="320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동작 데모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Q&amp;A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질문 하나로 노드 차이를 바로 이해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36776"/>
            <a:ext cx="6601968" cy="4167378"/>
          </a:xfrm>
          <a:prstGeom prst="roundRect">
            <a:avLst>
              <a:gd name="adj" fmla="val 109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7" name="Image 0" descr="/tmp/claude-1000/-home-ubuntu/d6b01a75-3642-4bd0-ad7b-5f147670189c/scratchpad/pptx_work/build/assets/02_qa_conver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691640"/>
            <a:ext cx="6492240" cy="40576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591388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“Webhook 트리거와 Schedule 트리거의 차이점은 뭐야?” — 실시간 스트리밍 답변 화면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43800" y="178308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438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17647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스트리밍 답변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209397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생각하는 과정을 그대로 보여주며, 문단·목록·표로 구조화된 답변을 제공합니다.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543800" y="3081528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54380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아이콘 자동 표시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339242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답변에서 언급된 실제 n8n 노드의 로고를 자동으로 붙여줍니다.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543800" y="4379976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54380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9" name="Text 16"/>
          <p:cNvSpPr txBox="1"/>
          <p:nvPr/>
        </p:nvSpPr>
        <p:spPr>
          <a:xfrm>
            <a:off x="8092440" y="43616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근거 함께 제시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092440" y="469087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 아래 “RAG 근거” 항목을 펼치면 실제로 참고한 공식 문서·스펙을 확인할 수 있습니다.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FlowGuide AI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320040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49840" y="320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동작 데모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BUILD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채팅 한 번으로 n8n에 워크플로우 생성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85216" y="1773936"/>
            <a:ext cx="5184648" cy="3281553"/>
          </a:xfrm>
          <a:prstGeom prst="roundRect">
            <a:avLst>
              <a:gd name="adj" fmla="val 1393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7" name="Image 0" descr="/tmp/claude-1000/-home-ubuntu/d6b01a75-3642-4bd0-ad7b-5f147670189c/scratchpad/pptx_work/build/assets/05_extension_canvas_in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1718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5137785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크롬 확장으로 n8n 캔버스에 실제 반영된 모습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37376" y="1773936"/>
            <a:ext cx="5184648" cy="3633978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0" name="Image 1" descr="/tmp/claude-1000/-home-ubuntu/d6b01a75-3642-4bd0-ad7b-5f147670189c/scratchpad/pptx_work/build/assets/10_workflow_injected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5074920" cy="35242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92240" y="549021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“n8n에 바로 생성” 클릭 → 실제 워크플로우 생성 완료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580644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복사·붙여넣기 없이 — 자연어 한 문장 → 검증된 JSON 생성 → n8n REST API로 즉시 반영까지 하나의 흐름으로 이어집니다.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FlowGuide AI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320040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49840" y="320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일반 생성형 AI가 못 하는 것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60520" y="1691640"/>
            <a:ext cx="3703320" cy="4553712"/>
          </a:xfrm>
          <a:prstGeom prst="roundRect">
            <a:avLst>
              <a:gd name="adj" fmla="val 1481"/>
            </a:avLst>
          </a:prstGeom>
          <a:solidFill>
            <a:srgbClr val="FBEAEF"/>
          </a:solidFill>
          <a:ln/>
        </p:spPr>
      </p:sp>
      <p:sp>
        <p:nvSpPr>
          <p:cNvPr id="7" name="Shape 5"/>
          <p:cNvSpPr/>
          <p:nvPr/>
        </p:nvSpPr>
        <p:spPr>
          <a:xfrm>
            <a:off x="8001000" y="1691640"/>
            <a:ext cx="3703320" cy="4553712"/>
          </a:xfrm>
          <a:prstGeom prst="roundRect">
            <a:avLst>
              <a:gd name="adj" fmla="val 1481"/>
            </a:avLst>
          </a:prstGeom>
          <a:solidFill>
            <a:srgbClr val="EAF3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1801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생성형 AI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1801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FlowGuide AI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148840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구조 파악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148840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워크플로우 JSON을 단순 파싱만 — 노드 간 연결·제약조건은 짚어내지 못함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148840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4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453개 노드 온톨로지 기반으로 토폴로지 구조까지 정밀 분석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72968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환각(Hallucination)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172968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존재하지 않는 파라미터·설정을 그럴듯하게 지어냄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3172968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4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오타 보정 + 4단계 시맨틱 검증을 통과한 내용만 응답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54680"/>
            <a:ext cx="10744200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197096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워크플로우 연동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4197096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직접 JSON을 복사해 붙여넣어야 함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97096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4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확장으로 n8n 캔버스를 실시간으로 읽고 반영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178808"/>
            <a:ext cx="10744200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221224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 근거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5221224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없이 생성 — 사실 여부를 확인할 방법이 없음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5221224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4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참고한 공식 문서·스펙을 RAG 근거로 함께 제시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202936"/>
            <a:ext cx="10744200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FlowGuide AI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320040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49840" y="320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검증 결과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실제 서비스에서 검증했습니다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3F5FA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945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A4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17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실사용 시나리오 QA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워크플로우 생성 · 에러 진단 · 커리큘럼 · 불러오기 · 대화 맥락 유지 등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1945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017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결함 발견 · 해결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383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오류, 검색 비활성화, 캔버스 반영 실패 등 전부 수정 및 재배포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3F5FA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1945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A4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46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017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진행률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383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참가신청서에 명시한 7개 세부 목표 전 항목 완료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617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발견한 결함 예시 —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진단 무응답, 헤더 노출 조건 오류, "n8n에 바로 생성" 기능의 4중 연쇄 결함 등을 코드 수준에서 근본 원인까지 규명해 전부 수정했습니다.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FlowGuide AI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320040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49840" y="320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추진 경과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5단계로 완성했습니다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51560" y="2167128"/>
            <a:ext cx="0" cy="3364992"/>
          </a:xfrm>
          <a:prstGeom prst="line">
            <a:avLst/>
          </a:prstGeom>
          <a:noFill/>
          <a:ln w="25400">
            <a:solidFill>
              <a:srgbClr val="E3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9476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온톨로지 설계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07.22 – 07.25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96596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453개 노드의 관계·제약조건·모범 패턴을 정리한 지식 데이터베이스 완성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28072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검증 엔진 개발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127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07.26 – 07.30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280720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하이브리드 RAG 검색 엔진, 오타 자동 보정, 4단계 검증 과정 구현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364845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630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플랫폼 &amp; 확장 연동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3968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07.31 – 08.04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3648456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챗봇 · FastAPI 백엔드 · Chrome 확장을 실제 도메인에 배포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489704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489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4714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테스트 및 품질 점검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5074920" y="448970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이상 시나리오 QA로 실제 결함 10건 이상 발견 및 수정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7240" y="5330952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3126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검증 및 시연 준비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533095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회원가입부터 워크플로우 자동 생성까지 전 과정 정상 동작 최종 확인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FlowGuide AI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320040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49840" y="320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기대효과 · 향후 계획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여기서 더 나아갈 계획입니다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3F5FA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확장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n8n뿐 아니라 Make, Zapier 등 다양한 노코드 자동화 플랫폼으로 지식 데이터베이스를 넓혀, 범용 자동화 학습 플랫폼으로 발전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4242816" y="178308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3F5FA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71416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7141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71416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현장 활용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71416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교내 소프트웨어융합학과 실습 수업과 외부 n8n 도입 교육 자료로 실제 활용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7845552" y="178308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3F5FA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74152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A4B7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7415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074152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 배포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74152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확장 프로그램을 정식 스토어에 올려 실사용자 피드백 기반으로 고도화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40080" y="3877056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3F5FA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41056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C3F9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6542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학습 경로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97433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구현된 학습 경로 추천 기능을 커리큘럼 로직과 연결해 선수 개념 기반 맞춤 학습 경로 자동 생성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4242816" y="3877056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3F5FA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1416" y="41056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C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471416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471416" y="46542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 · 온프레미스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471416" y="497433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 지원 확장 및 기업 내부 n8n 환경을 위한 자체 설치형 배포 검토</a:t>
            </a:r>
            <a:endParaRPr lang="en-US" sz="97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FlowGuide AI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474720"/>
            <a:ext cx="5029200" cy="5029200"/>
          </a:xfrm>
          <a:prstGeom prst="ellipse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FlowGuide AI — XAI 기반 n8n 자동화 워크플로우 학습 지원 시스템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23360" y="4206240"/>
            <a:ext cx="219456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23360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naito.chat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4206240"/>
            <a:ext cx="219456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github.com/cortie-io/naito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FlowGuide AI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914400"/>
            <a:ext cx="3931920" cy="393192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2651760"/>
            <a:ext cx="12191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질문해 주셔서 감사합니다.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2026-09-09T04:00:14Z</dcterms:created>
  <dcterms:modified xsi:type="dcterms:W3CDTF">2026-09-09T04:00:14Z</dcterms:modified>
</cp:coreProperties>
</file>