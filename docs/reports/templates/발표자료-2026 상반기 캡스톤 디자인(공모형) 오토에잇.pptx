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4384000" cy="13716000"/>
  <p:notesSz cx="6858000" cy="9144000"/>
  <p:embeddedFontLst>
    <p:embeddedFont>
      <p:font typeface="Pretendard Medium"/>
      <p:bold r:id="rId22"/>
    </p:embeddedFont>
    <p:embeddedFont>
      <p:font typeface="Pretendard Light"/>
      <p:regular r:id="rId23"/>
    </p:embeddedFont>
    <p:embeddedFont>
      <p:font typeface="Pretendard SemiBold"/>
      <p:bold r:id="rId24"/>
    </p:embeddedFont>
    <p:embeddedFont>
      <p:font typeface="Poppins Medium"/>
      <p:bold r:id="rId25"/>
    </p:embeddedFont>
    <p:embeddedFont>
      <p:font typeface="Pretendard Regular"/>
      <p:regular r:id="rId26"/>
    </p:embeddedFont>
    <p:embeddedFont>
      <p:font typeface="Pretendard Bold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1.fntdata" Type="http://schemas.openxmlformats.org/officeDocument/2006/relationships/font"/><Relationship Id="rId23" Target="fonts/font2.fntdata" Type="http://schemas.openxmlformats.org/officeDocument/2006/relationships/font"/><Relationship Id="rId24" Target="fonts/font3.fntdata" Type="http://schemas.openxmlformats.org/officeDocument/2006/relationships/font"/><Relationship Id="rId25" Target="fonts/font4.fntdata" Type="http://schemas.openxmlformats.org/officeDocument/2006/relationships/font"/><Relationship Id="rId26" Target="fonts/font5.fntdata" Type="http://schemas.openxmlformats.org/officeDocument/2006/relationships/font"/><Relationship Id="rId27" Target="fonts/font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26.png" Type="http://schemas.openxmlformats.org/officeDocument/2006/relationships/image"/><Relationship Id="rId22" Target="../media/image27.png" Type="http://schemas.openxmlformats.org/officeDocument/2006/relationships/image"/><Relationship Id="rId23" Target="../media/image28.png" Type="http://schemas.openxmlformats.org/officeDocument/2006/relationships/image"/><Relationship Id="rId24" Target="../media/image29.png" Type="http://schemas.openxmlformats.org/officeDocument/2006/relationships/image"/><Relationship Id="rId25" Target="../media/image30.png" Type="http://schemas.openxmlformats.org/officeDocument/2006/relationships/image"/><Relationship Id="rId26" Target="../media/image31.png" Type="http://schemas.openxmlformats.org/officeDocument/2006/relationships/image"/><Relationship Id="rId27" Target="../media/image32.png" Type="http://schemas.openxmlformats.org/officeDocument/2006/relationships/image"/><Relationship Id="rId28" Target="../media/image33.png" Type="http://schemas.openxmlformats.org/officeDocument/2006/relationships/image"/><Relationship Id="rId29" Target="../media/image34.png" Type="http://schemas.openxmlformats.org/officeDocument/2006/relationships/image"/><Relationship Id="rId3" Target="../media/image2.png" Type="http://schemas.openxmlformats.org/officeDocument/2006/relationships/image"/><Relationship Id="rId30" Target="../media/image35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6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12" Target="../media/image46.png" Type="http://schemas.openxmlformats.org/officeDocument/2006/relationships/image"/><Relationship Id="rId13" Target="../media/image47.png" Type="http://schemas.openxmlformats.org/officeDocument/2006/relationships/image"/><Relationship Id="rId14" Target="../media/image48.png" Type="http://schemas.openxmlformats.org/officeDocument/2006/relationships/image"/><Relationship Id="rId15" Target="../media/image49.png" Type="http://schemas.openxmlformats.org/officeDocument/2006/relationships/image"/><Relationship Id="rId16" Target="../media/image50.png" Type="http://schemas.openxmlformats.org/officeDocument/2006/relationships/image"/><Relationship Id="rId17" Target="../media/image51.png" Type="http://schemas.openxmlformats.org/officeDocument/2006/relationships/image"/><Relationship Id="rId18" Target="../media/image52.png" Type="http://schemas.openxmlformats.org/officeDocument/2006/relationships/image"/><Relationship Id="rId19" Target="../media/image53.png" Type="http://schemas.openxmlformats.org/officeDocument/2006/relationships/image"/><Relationship Id="rId2" Target="../media/image36.png" Type="http://schemas.openxmlformats.org/officeDocument/2006/relationships/image"/><Relationship Id="rId20" Target="../media/image54.png" Type="http://schemas.openxmlformats.org/officeDocument/2006/relationships/image"/><Relationship Id="rId21" Target="../media/image55.png" Type="http://schemas.openxmlformats.org/officeDocument/2006/relationships/image"/><Relationship Id="rId22" Target="../media/image56.png" Type="http://schemas.openxmlformats.org/officeDocument/2006/relationships/image"/><Relationship Id="rId23" Target="../media/image57.png" Type="http://schemas.openxmlformats.org/officeDocument/2006/relationships/image"/><Relationship Id="rId24" Target="../media/image58.png" Type="http://schemas.openxmlformats.org/officeDocument/2006/relationships/image"/><Relationship Id="rId25" Target="../media/image59.png" Type="http://schemas.openxmlformats.org/officeDocument/2006/relationships/image"/><Relationship Id="rId26" Target="../media/image60.png" Type="http://schemas.openxmlformats.org/officeDocument/2006/relationships/image"/><Relationship Id="rId27" Target="../media/image61.png" Type="http://schemas.openxmlformats.org/officeDocument/2006/relationships/image"/><Relationship Id="rId28" Target="../media/image62.png" Type="http://schemas.openxmlformats.org/officeDocument/2006/relationships/image"/><Relationship Id="rId29" Target="../media/image63.png" Type="http://schemas.openxmlformats.org/officeDocument/2006/relationships/image"/><Relationship Id="rId3" Target="../media/image37.png" Type="http://schemas.openxmlformats.org/officeDocument/2006/relationships/image"/><Relationship Id="rId30" Target="../media/image64.png" Type="http://schemas.openxmlformats.org/officeDocument/2006/relationships/image"/><Relationship Id="rId31" Target="../media/image65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74.png" Type="http://schemas.openxmlformats.org/officeDocument/2006/relationships/image"/><Relationship Id="rId13" Target="../media/image75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78.png" Type="http://schemas.openxmlformats.org/officeDocument/2006/relationships/image"/><Relationship Id="rId17" Target="../media/image79.png" Type="http://schemas.openxmlformats.org/officeDocument/2006/relationships/image"/><Relationship Id="rId18" Target="../media/image80.png" Type="http://schemas.openxmlformats.org/officeDocument/2006/relationships/image"/><Relationship Id="rId19" Target="../media/image81.png" Type="http://schemas.openxmlformats.org/officeDocument/2006/relationships/image"/><Relationship Id="rId2" Target="../media/image36.png" Type="http://schemas.openxmlformats.org/officeDocument/2006/relationships/image"/><Relationship Id="rId20" Target="../media/image82.png" Type="http://schemas.openxmlformats.org/officeDocument/2006/relationships/image"/><Relationship Id="rId21" Target="../media/image83.png" Type="http://schemas.openxmlformats.org/officeDocument/2006/relationships/image"/><Relationship Id="rId22" Target="../media/image84.png" Type="http://schemas.openxmlformats.org/officeDocument/2006/relationships/image"/><Relationship Id="rId23" Target="../media/image85.png" Type="http://schemas.openxmlformats.org/officeDocument/2006/relationships/image"/><Relationship Id="rId24" Target="../media/image86.png" Type="http://schemas.openxmlformats.org/officeDocument/2006/relationships/image"/><Relationship Id="rId25" Target="../media/image87.png" Type="http://schemas.openxmlformats.org/officeDocument/2006/relationships/image"/><Relationship Id="rId26" Target="../media/image88.png" Type="http://schemas.openxmlformats.org/officeDocument/2006/relationships/image"/><Relationship Id="rId27" Target="../media/image89.png" Type="http://schemas.openxmlformats.org/officeDocument/2006/relationships/image"/><Relationship Id="rId28" Target="../media/image90.png" Type="http://schemas.openxmlformats.org/officeDocument/2006/relationships/image"/><Relationship Id="rId29" Target="../media/image91.png" Type="http://schemas.openxmlformats.org/officeDocument/2006/relationships/image"/><Relationship Id="rId3" Target="../media/image37.png" Type="http://schemas.openxmlformats.org/officeDocument/2006/relationships/image"/><Relationship Id="rId30" Target="../media/image92.png" Type="http://schemas.openxmlformats.org/officeDocument/2006/relationships/image"/><Relationship Id="rId31" Target="../media/image93.png" Type="http://schemas.openxmlformats.org/officeDocument/2006/relationships/image"/><Relationship Id="rId32" Target="../media/image94.png" Type="http://schemas.openxmlformats.org/officeDocument/2006/relationships/image"/><Relationship Id="rId33" Target="../media/image95.png" Type="http://schemas.openxmlformats.org/officeDocument/2006/relationships/image"/><Relationship Id="rId34" Target="../media/image96.png" Type="http://schemas.openxmlformats.org/officeDocument/2006/relationships/image"/><Relationship Id="rId35" Target="../media/image97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png" Type="http://schemas.openxmlformats.org/officeDocument/2006/relationships/image"/><Relationship Id="rId12" Target="../media/image106.png" Type="http://schemas.openxmlformats.org/officeDocument/2006/relationships/image"/><Relationship Id="rId13" Target="../media/image107.png" Type="http://schemas.openxmlformats.org/officeDocument/2006/relationships/image"/><Relationship Id="rId14" Target="../media/image108.png" Type="http://schemas.openxmlformats.org/officeDocument/2006/relationships/image"/><Relationship Id="rId15" Target="../media/image109.png" Type="http://schemas.openxmlformats.org/officeDocument/2006/relationships/image"/><Relationship Id="rId16" Target="../media/image110.png" Type="http://schemas.openxmlformats.org/officeDocument/2006/relationships/image"/><Relationship Id="rId17" Target="../media/image111.png" Type="http://schemas.openxmlformats.org/officeDocument/2006/relationships/image"/><Relationship Id="rId18" Target="../media/image112.png" Type="http://schemas.openxmlformats.org/officeDocument/2006/relationships/image"/><Relationship Id="rId19" Target="../media/image113.png" Type="http://schemas.openxmlformats.org/officeDocument/2006/relationships/image"/><Relationship Id="rId2" Target="../media/image36.png" Type="http://schemas.openxmlformats.org/officeDocument/2006/relationships/image"/><Relationship Id="rId20" Target="../media/image114.png" Type="http://schemas.openxmlformats.org/officeDocument/2006/relationships/image"/><Relationship Id="rId21" Target="../media/image115.png" Type="http://schemas.openxmlformats.org/officeDocument/2006/relationships/image"/><Relationship Id="rId22" Target="../media/image116.png" Type="http://schemas.openxmlformats.org/officeDocument/2006/relationships/image"/><Relationship Id="rId23" Target="../media/image117.png" Type="http://schemas.openxmlformats.org/officeDocument/2006/relationships/image"/><Relationship Id="rId24" Target="../media/image118.png" Type="http://schemas.openxmlformats.org/officeDocument/2006/relationships/image"/><Relationship Id="rId25" Target="../media/image119.png" Type="http://schemas.openxmlformats.org/officeDocument/2006/relationships/image"/><Relationship Id="rId26" Target="../media/image120.png" Type="http://schemas.openxmlformats.org/officeDocument/2006/relationships/image"/><Relationship Id="rId27" Target="../media/image121.png" Type="http://schemas.openxmlformats.org/officeDocument/2006/relationships/image"/><Relationship Id="rId28" Target="../media/image122.png" Type="http://schemas.openxmlformats.org/officeDocument/2006/relationships/image"/><Relationship Id="rId29" Target="../media/image123.png" Type="http://schemas.openxmlformats.org/officeDocument/2006/relationships/image"/><Relationship Id="rId3" Target="../media/image37.png" Type="http://schemas.openxmlformats.org/officeDocument/2006/relationships/image"/><Relationship Id="rId30" Target="../media/image124.png" Type="http://schemas.openxmlformats.org/officeDocument/2006/relationships/image"/><Relationship Id="rId31" Target="../media/image125.png" Type="http://schemas.openxmlformats.org/officeDocument/2006/relationships/image"/><Relationship Id="rId32" Target="../media/image126.png" Type="http://schemas.openxmlformats.org/officeDocument/2006/relationships/image"/><Relationship Id="rId33" Target="../media/image127.png" Type="http://schemas.openxmlformats.org/officeDocument/2006/relationships/image"/><Relationship Id="rId34" Target="../media/image128.png" Type="http://schemas.openxmlformats.org/officeDocument/2006/relationships/image"/><Relationship Id="rId35" Target="../media/image129.png" Type="http://schemas.openxmlformats.org/officeDocument/2006/relationships/image"/><Relationship Id="rId36" Target="../media/image130.png" Type="http://schemas.openxmlformats.org/officeDocument/2006/relationships/image"/><Relationship Id="rId37" Target="../media/image131.png" Type="http://schemas.openxmlformats.org/officeDocument/2006/relationships/image"/><Relationship Id="rId38" Target="../media/image132.png" Type="http://schemas.openxmlformats.org/officeDocument/2006/relationships/image"/><Relationship Id="rId39" Target="../media/image133.png" Type="http://schemas.openxmlformats.org/officeDocument/2006/relationships/image"/><Relationship Id="rId4" Target="../media/image98.pn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0.png" Type="http://schemas.openxmlformats.org/officeDocument/2006/relationships/image"/><Relationship Id="rId11" Target="../media/image141.png" Type="http://schemas.openxmlformats.org/officeDocument/2006/relationships/image"/><Relationship Id="rId12" Target="../media/image142.png" Type="http://schemas.openxmlformats.org/officeDocument/2006/relationships/image"/><Relationship Id="rId13" Target="../media/image143.png" Type="http://schemas.openxmlformats.org/officeDocument/2006/relationships/image"/><Relationship Id="rId14" Target="../media/image144.png" Type="http://schemas.openxmlformats.org/officeDocument/2006/relationships/image"/><Relationship Id="rId15" Target="../media/image145.png" Type="http://schemas.openxmlformats.org/officeDocument/2006/relationships/image"/><Relationship Id="rId16" Target="../media/image146.png" Type="http://schemas.openxmlformats.org/officeDocument/2006/relationships/image"/><Relationship Id="rId17" Target="../media/image147.png" Type="http://schemas.openxmlformats.org/officeDocument/2006/relationships/image"/><Relationship Id="rId18" Target="../media/image148.png" Type="http://schemas.openxmlformats.org/officeDocument/2006/relationships/image"/><Relationship Id="rId19" Target="../media/image149.png" Type="http://schemas.openxmlformats.org/officeDocument/2006/relationships/image"/><Relationship Id="rId2" Target="../media/image36.png" Type="http://schemas.openxmlformats.org/officeDocument/2006/relationships/image"/><Relationship Id="rId20" Target="../media/image150.png" Type="http://schemas.openxmlformats.org/officeDocument/2006/relationships/image"/><Relationship Id="rId21" Target="../media/image151.png" Type="http://schemas.openxmlformats.org/officeDocument/2006/relationships/image"/><Relationship Id="rId22" Target="../media/image152.png" Type="http://schemas.openxmlformats.org/officeDocument/2006/relationships/image"/><Relationship Id="rId23" Target="../media/image153.png" Type="http://schemas.openxmlformats.org/officeDocument/2006/relationships/image"/><Relationship Id="rId24" Target="../media/image154.png" Type="http://schemas.openxmlformats.org/officeDocument/2006/relationships/image"/><Relationship Id="rId25" Target="../media/image155.png" Type="http://schemas.openxmlformats.org/officeDocument/2006/relationships/image"/><Relationship Id="rId26" Target="../media/image156.png" Type="http://schemas.openxmlformats.org/officeDocument/2006/relationships/image"/><Relationship Id="rId27" Target="../media/image157.png" Type="http://schemas.openxmlformats.org/officeDocument/2006/relationships/image"/><Relationship Id="rId28" Target="../media/image158.png" Type="http://schemas.openxmlformats.org/officeDocument/2006/relationships/image"/><Relationship Id="rId29" Target="../media/image159.png" Type="http://schemas.openxmlformats.org/officeDocument/2006/relationships/image"/><Relationship Id="rId3" Target="../media/image37.png" Type="http://schemas.openxmlformats.org/officeDocument/2006/relationships/image"/><Relationship Id="rId30" Target="../media/image160.png" Type="http://schemas.openxmlformats.org/officeDocument/2006/relationships/image"/><Relationship Id="rId31" Target="../media/image161.png" Type="http://schemas.openxmlformats.org/officeDocument/2006/relationships/image"/><Relationship Id="rId32" Target="../media/image162.png" Type="http://schemas.openxmlformats.org/officeDocument/2006/relationships/image"/><Relationship Id="rId33" Target="../media/image163.png" Type="http://schemas.openxmlformats.org/officeDocument/2006/relationships/image"/><Relationship Id="rId34" Target="../media/image164.png" Type="http://schemas.openxmlformats.org/officeDocument/2006/relationships/image"/><Relationship Id="rId35" Target="../media/image165.png" Type="http://schemas.openxmlformats.org/officeDocument/2006/relationships/image"/><Relationship Id="rId36" Target="../media/image166.png" Type="http://schemas.openxmlformats.org/officeDocument/2006/relationships/image"/><Relationship Id="rId37" Target="../media/image167.png" Type="http://schemas.openxmlformats.org/officeDocument/2006/relationships/image"/><Relationship Id="rId38" Target="../media/image168.png" Type="http://schemas.openxmlformats.org/officeDocument/2006/relationships/image"/><Relationship Id="rId39" Target="../media/image169.png" Type="http://schemas.openxmlformats.org/officeDocument/2006/relationships/image"/><Relationship Id="rId4" Target="../media/image134.png" Type="http://schemas.openxmlformats.org/officeDocument/2006/relationships/image"/><Relationship Id="rId40" Target="../media/image170.png" Type="http://schemas.openxmlformats.org/officeDocument/2006/relationships/image"/><Relationship Id="rId41" Target="../media/image171.png" Type="http://schemas.openxmlformats.org/officeDocument/2006/relationships/image"/><Relationship Id="rId42" Target="../media/image172.png" Type="http://schemas.openxmlformats.org/officeDocument/2006/relationships/image"/><Relationship Id="rId43" Target="../media/image173.png" Type="http://schemas.openxmlformats.org/officeDocument/2006/relationships/image"/><Relationship Id="rId44" Target="../media/image174.png" Type="http://schemas.openxmlformats.org/officeDocument/2006/relationships/image"/><Relationship Id="rId45" Target="../media/image175.png" Type="http://schemas.openxmlformats.org/officeDocument/2006/relationships/image"/><Relationship Id="rId46" Target="../media/image176.png" Type="http://schemas.openxmlformats.org/officeDocument/2006/relationships/image"/><Relationship Id="rId47" Target="../media/image177.png" Type="http://schemas.openxmlformats.org/officeDocument/2006/relationships/image"/><Relationship Id="rId48" Target="../media/image178.png" Type="http://schemas.openxmlformats.org/officeDocument/2006/relationships/image"/><Relationship Id="rId49" Target="../media/image179.png" Type="http://schemas.openxmlformats.org/officeDocument/2006/relationships/image"/><Relationship Id="rId5" Target="../media/image135.png" Type="http://schemas.openxmlformats.org/officeDocument/2006/relationships/image"/><Relationship Id="rId50" Target="../media/image180.png" Type="http://schemas.openxmlformats.org/officeDocument/2006/relationships/image"/><Relationship Id="rId51" Target="../media/image181.png" Type="http://schemas.openxmlformats.org/officeDocument/2006/relationships/image"/><Relationship Id="rId52" Target="../media/image182.png" Type="http://schemas.openxmlformats.org/officeDocument/2006/relationships/image"/><Relationship Id="rId53" Target="../media/image183.png" Type="http://schemas.openxmlformats.org/officeDocument/2006/relationships/image"/><Relationship Id="rId54" Target="../media/image184.png" Type="http://schemas.openxmlformats.org/officeDocument/2006/relationships/image"/><Relationship Id="rId55" Target="../media/image185.png" Type="http://schemas.openxmlformats.org/officeDocument/2006/relationships/image"/><Relationship Id="rId56" Target="../media/image186.png" Type="http://schemas.openxmlformats.org/officeDocument/2006/relationships/image"/><Relationship Id="rId57" Target="../media/image187.png" Type="http://schemas.openxmlformats.org/officeDocument/2006/relationships/image"/><Relationship Id="rId58" Target="../media/image188.png" Type="http://schemas.openxmlformats.org/officeDocument/2006/relationships/image"/><Relationship Id="rId59" Target="../media/image189.png" Type="http://schemas.openxmlformats.org/officeDocument/2006/relationships/image"/><Relationship Id="rId6" Target="../media/image136.png" Type="http://schemas.openxmlformats.org/officeDocument/2006/relationships/image"/><Relationship Id="rId60" Target="../media/image190.png" Type="http://schemas.openxmlformats.org/officeDocument/2006/relationships/image"/><Relationship Id="rId61" Target="../media/image191.png" Type="http://schemas.openxmlformats.org/officeDocument/2006/relationships/image"/><Relationship Id="rId62" Target="../media/image192.png" Type="http://schemas.openxmlformats.org/officeDocument/2006/relationships/image"/><Relationship Id="rId63" Target="../media/image193.png" Type="http://schemas.openxmlformats.org/officeDocument/2006/relationships/image"/><Relationship Id="rId64" Target="../media/image194.png" Type="http://schemas.openxmlformats.org/officeDocument/2006/relationships/image"/><Relationship Id="rId65" Target="../media/image195.png" Type="http://schemas.openxmlformats.org/officeDocument/2006/relationships/image"/><Relationship Id="rId66" Target="../media/image196.png" Type="http://schemas.openxmlformats.org/officeDocument/2006/relationships/image"/><Relationship Id="rId67" Target="../media/image197.png" Type="http://schemas.openxmlformats.org/officeDocument/2006/relationships/image"/><Relationship Id="rId68" Target="../media/image198.png" Type="http://schemas.openxmlformats.org/officeDocument/2006/relationships/image"/><Relationship Id="rId69" Target="../media/image199.png" Type="http://schemas.openxmlformats.org/officeDocument/2006/relationships/image"/><Relationship Id="rId7" Target="../media/image137.png" Type="http://schemas.openxmlformats.org/officeDocument/2006/relationships/image"/><Relationship Id="rId70" Target="../media/image200.png" Type="http://schemas.openxmlformats.org/officeDocument/2006/relationships/image"/><Relationship Id="rId71" Target="../media/image201.png" Type="http://schemas.openxmlformats.org/officeDocument/2006/relationships/image"/><Relationship Id="rId72" Target="../media/image202.png" Type="http://schemas.openxmlformats.org/officeDocument/2006/relationships/image"/><Relationship Id="rId73" Target="../media/image203.png" Type="http://schemas.openxmlformats.org/officeDocument/2006/relationships/image"/><Relationship Id="rId74" Target="../media/image204.png" Type="http://schemas.openxmlformats.org/officeDocument/2006/relationships/image"/><Relationship Id="rId75" Target="../media/image205.png" Type="http://schemas.openxmlformats.org/officeDocument/2006/relationships/image"/><Relationship Id="rId76" Target="../media/image206.png" Type="http://schemas.openxmlformats.org/officeDocument/2006/relationships/image"/><Relationship Id="rId77" Target="../media/image207.png" Type="http://schemas.openxmlformats.org/officeDocument/2006/relationships/image"/><Relationship Id="rId78" Target="../media/image208.png" Type="http://schemas.openxmlformats.org/officeDocument/2006/relationships/image"/><Relationship Id="rId79" Target="../media/image209.png" Type="http://schemas.openxmlformats.org/officeDocument/2006/relationships/image"/><Relationship Id="rId8" Target="../media/image138.png" Type="http://schemas.openxmlformats.org/officeDocument/2006/relationships/image"/><Relationship Id="rId9" Target="../media/image1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6.png" Type="http://schemas.openxmlformats.org/officeDocument/2006/relationships/image"/><Relationship Id="rId11" Target="../media/image217.png" Type="http://schemas.openxmlformats.org/officeDocument/2006/relationships/image"/><Relationship Id="rId12" Target="../media/image218.png" Type="http://schemas.openxmlformats.org/officeDocument/2006/relationships/image"/><Relationship Id="rId13" Target="../media/image219.png" Type="http://schemas.openxmlformats.org/officeDocument/2006/relationships/image"/><Relationship Id="rId14" Target="../media/image220.png" Type="http://schemas.openxmlformats.org/officeDocument/2006/relationships/image"/><Relationship Id="rId15" Target="../media/image221.png" Type="http://schemas.openxmlformats.org/officeDocument/2006/relationships/image"/><Relationship Id="rId16" Target="../media/image222.png" Type="http://schemas.openxmlformats.org/officeDocument/2006/relationships/image"/><Relationship Id="rId17" Target="../media/image223.png" Type="http://schemas.openxmlformats.org/officeDocument/2006/relationships/image"/><Relationship Id="rId18" Target="../media/image224.png" Type="http://schemas.openxmlformats.org/officeDocument/2006/relationships/image"/><Relationship Id="rId19" Target="../media/image225.png" Type="http://schemas.openxmlformats.org/officeDocument/2006/relationships/image"/><Relationship Id="rId2" Target="../media/image36.png" Type="http://schemas.openxmlformats.org/officeDocument/2006/relationships/image"/><Relationship Id="rId20" Target="../media/image226.png" Type="http://schemas.openxmlformats.org/officeDocument/2006/relationships/image"/><Relationship Id="rId21" Target="../media/image227.png" Type="http://schemas.openxmlformats.org/officeDocument/2006/relationships/image"/><Relationship Id="rId22" Target="../media/image228.png" Type="http://schemas.openxmlformats.org/officeDocument/2006/relationships/image"/><Relationship Id="rId23" Target="../media/image229.png" Type="http://schemas.openxmlformats.org/officeDocument/2006/relationships/image"/><Relationship Id="rId24" Target="../media/image230.png" Type="http://schemas.openxmlformats.org/officeDocument/2006/relationships/image"/><Relationship Id="rId25" Target="../media/image231.png" Type="http://schemas.openxmlformats.org/officeDocument/2006/relationships/image"/><Relationship Id="rId26" Target="../media/image232.png" Type="http://schemas.openxmlformats.org/officeDocument/2006/relationships/image"/><Relationship Id="rId27" Target="../media/image233.png" Type="http://schemas.openxmlformats.org/officeDocument/2006/relationships/image"/><Relationship Id="rId28" Target="../media/image234.png" Type="http://schemas.openxmlformats.org/officeDocument/2006/relationships/image"/><Relationship Id="rId29" Target="../media/image235.png" Type="http://schemas.openxmlformats.org/officeDocument/2006/relationships/image"/><Relationship Id="rId3" Target="../media/image37.png" Type="http://schemas.openxmlformats.org/officeDocument/2006/relationships/image"/><Relationship Id="rId30" Target="../media/image236.png" Type="http://schemas.openxmlformats.org/officeDocument/2006/relationships/image"/><Relationship Id="rId31" Target="../media/image237.png" Type="http://schemas.openxmlformats.org/officeDocument/2006/relationships/image"/><Relationship Id="rId32" Target="../media/image238.png" Type="http://schemas.openxmlformats.org/officeDocument/2006/relationships/image"/><Relationship Id="rId33" Target="../media/image239.png" Type="http://schemas.openxmlformats.org/officeDocument/2006/relationships/image"/><Relationship Id="rId34" Target="../media/image240.png" Type="http://schemas.openxmlformats.org/officeDocument/2006/relationships/image"/><Relationship Id="rId4" Target="../media/image210.png" Type="http://schemas.openxmlformats.org/officeDocument/2006/relationships/image"/><Relationship Id="rId5" Target="../media/image211.png" Type="http://schemas.openxmlformats.org/officeDocument/2006/relationships/image"/><Relationship Id="rId6" Target="../media/image212.png" Type="http://schemas.openxmlformats.org/officeDocument/2006/relationships/image"/><Relationship Id="rId7" Target="../media/image213.png" Type="http://schemas.openxmlformats.org/officeDocument/2006/relationships/image"/><Relationship Id="rId8" Target="../media/image214.png" Type="http://schemas.openxmlformats.org/officeDocument/2006/relationships/image"/><Relationship Id="rId9" Target="../media/image2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7.png" Type="http://schemas.openxmlformats.org/officeDocument/2006/relationships/image"/><Relationship Id="rId11" Target="../media/image248.png" Type="http://schemas.openxmlformats.org/officeDocument/2006/relationships/image"/><Relationship Id="rId12" Target="../media/image249.png" Type="http://schemas.openxmlformats.org/officeDocument/2006/relationships/image"/><Relationship Id="rId13" Target="../media/image250.png" Type="http://schemas.openxmlformats.org/officeDocument/2006/relationships/image"/><Relationship Id="rId14" Target="../media/image251.png" Type="http://schemas.openxmlformats.org/officeDocument/2006/relationships/image"/><Relationship Id="rId15" Target="../media/image252.png" Type="http://schemas.openxmlformats.org/officeDocument/2006/relationships/image"/><Relationship Id="rId16" Target="../media/image253.png" Type="http://schemas.openxmlformats.org/officeDocument/2006/relationships/image"/><Relationship Id="rId17" Target="../media/image254.png" Type="http://schemas.openxmlformats.org/officeDocument/2006/relationships/image"/><Relationship Id="rId18" Target="../media/image255.png" Type="http://schemas.openxmlformats.org/officeDocument/2006/relationships/image"/><Relationship Id="rId19" Target="../media/image256.png" Type="http://schemas.openxmlformats.org/officeDocument/2006/relationships/image"/><Relationship Id="rId2" Target="../media/image36.png" Type="http://schemas.openxmlformats.org/officeDocument/2006/relationships/image"/><Relationship Id="rId20" Target="../media/image257.png" Type="http://schemas.openxmlformats.org/officeDocument/2006/relationships/image"/><Relationship Id="rId21" Target="../media/image258.png" Type="http://schemas.openxmlformats.org/officeDocument/2006/relationships/image"/><Relationship Id="rId22" Target="../media/image259.png" Type="http://schemas.openxmlformats.org/officeDocument/2006/relationships/image"/><Relationship Id="rId23" Target="../media/image260.png" Type="http://schemas.openxmlformats.org/officeDocument/2006/relationships/image"/><Relationship Id="rId24" Target="../media/image261.png" Type="http://schemas.openxmlformats.org/officeDocument/2006/relationships/image"/><Relationship Id="rId25" Target="../media/image262.png" Type="http://schemas.openxmlformats.org/officeDocument/2006/relationships/image"/><Relationship Id="rId26" Target="../media/image263.png" Type="http://schemas.openxmlformats.org/officeDocument/2006/relationships/image"/><Relationship Id="rId27" Target="../media/image264.png" Type="http://schemas.openxmlformats.org/officeDocument/2006/relationships/image"/><Relationship Id="rId28" Target="../media/image265.png" Type="http://schemas.openxmlformats.org/officeDocument/2006/relationships/image"/><Relationship Id="rId29" Target="../media/image266.png" Type="http://schemas.openxmlformats.org/officeDocument/2006/relationships/image"/><Relationship Id="rId3" Target="../media/image37.png" Type="http://schemas.openxmlformats.org/officeDocument/2006/relationships/image"/><Relationship Id="rId30" Target="../media/image267.png" Type="http://schemas.openxmlformats.org/officeDocument/2006/relationships/image"/><Relationship Id="rId31" Target="../media/image268.png" Type="http://schemas.openxmlformats.org/officeDocument/2006/relationships/image"/><Relationship Id="rId32" Target="../media/image269.png" Type="http://schemas.openxmlformats.org/officeDocument/2006/relationships/image"/><Relationship Id="rId33" Target="../media/image270.png" Type="http://schemas.openxmlformats.org/officeDocument/2006/relationships/image"/><Relationship Id="rId34" Target="../media/image271.png" Type="http://schemas.openxmlformats.org/officeDocument/2006/relationships/image"/><Relationship Id="rId35" Target="../media/image272.png" Type="http://schemas.openxmlformats.org/officeDocument/2006/relationships/image"/><Relationship Id="rId36" Target="../media/image273.png" Type="http://schemas.openxmlformats.org/officeDocument/2006/relationships/image"/><Relationship Id="rId37" Target="../media/image274.png" Type="http://schemas.openxmlformats.org/officeDocument/2006/relationships/image"/><Relationship Id="rId38" Target="../media/image275.png" Type="http://schemas.openxmlformats.org/officeDocument/2006/relationships/image"/><Relationship Id="rId39" Target="../media/image276.png" Type="http://schemas.openxmlformats.org/officeDocument/2006/relationships/image"/><Relationship Id="rId4" Target="../media/image241.png" Type="http://schemas.openxmlformats.org/officeDocument/2006/relationships/image"/><Relationship Id="rId40" Target="../media/image277.png" Type="http://schemas.openxmlformats.org/officeDocument/2006/relationships/image"/><Relationship Id="rId41" Target="../media/image278.png" Type="http://schemas.openxmlformats.org/officeDocument/2006/relationships/image"/><Relationship Id="rId42" Target="../media/image279.png" Type="http://schemas.openxmlformats.org/officeDocument/2006/relationships/image"/><Relationship Id="rId43" Target="../media/image280.png" Type="http://schemas.openxmlformats.org/officeDocument/2006/relationships/image"/><Relationship Id="rId44" Target="../media/image281.png" Type="http://schemas.openxmlformats.org/officeDocument/2006/relationships/image"/><Relationship Id="rId45" Target="../media/image282.png" Type="http://schemas.openxmlformats.org/officeDocument/2006/relationships/image"/><Relationship Id="rId46" Target="../media/image283.png" Type="http://schemas.openxmlformats.org/officeDocument/2006/relationships/image"/><Relationship Id="rId47" Target="../media/image284.png" Type="http://schemas.openxmlformats.org/officeDocument/2006/relationships/image"/><Relationship Id="rId48" Target="../media/image285.png" Type="http://schemas.openxmlformats.org/officeDocument/2006/relationships/image"/><Relationship Id="rId49" Target="../media/image286.png" Type="http://schemas.openxmlformats.org/officeDocument/2006/relationships/image"/><Relationship Id="rId5" Target="../media/image242.png" Type="http://schemas.openxmlformats.org/officeDocument/2006/relationships/image"/><Relationship Id="rId50" Target="../media/image287.png" Type="http://schemas.openxmlformats.org/officeDocument/2006/relationships/image"/><Relationship Id="rId51" Target="../media/image288.png" Type="http://schemas.openxmlformats.org/officeDocument/2006/relationships/image"/><Relationship Id="rId52" Target="../media/image289.png" Type="http://schemas.openxmlformats.org/officeDocument/2006/relationships/image"/><Relationship Id="rId53" Target="../media/image290.png" Type="http://schemas.openxmlformats.org/officeDocument/2006/relationships/image"/><Relationship Id="rId54" Target="../media/image291.png" Type="http://schemas.openxmlformats.org/officeDocument/2006/relationships/image"/><Relationship Id="rId55" Target="../media/image292.png" Type="http://schemas.openxmlformats.org/officeDocument/2006/relationships/image"/><Relationship Id="rId56" Target="../media/image293.png" Type="http://schemas.openxmlformats.org/officeDocument/2006/relationships/image"/><Relationship Id="rId57" Target="../media/image294.png" Type="http://schemas.openxmlformats.org/officeDocument/2006/relationships/image"/><Relationship Id="rId58" Target="../media/image295.png" Type="http://schemas.openxmlformats.org/officeDocument/2006/relationships/image"/><Relationship Id="rId59" Target="../media/image296.png" Type="http://schemas.openxmlformats.org/officeDocument/2006/relationships/image"/><Relationship Id="rId6" Target="../media/image243.png" Type="http://schemas.openxmlformats.org/officeDocument/2006/relationships/image"/><Relationship Id="rId7" Target="../media/image244.png" Type="http://schemas.openxmlformats.org/officeDocument/2006/relationships/image"/><Relationship Id="rId8" Target="../media/image245.png" Type="http://schemas.openxmlformats.org/officeDocument/2006/relationships/image"/><Relationship Id="rId9" Target="../media/image2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3.png" Type="http://schemas.openxmlformats.org/officeDocument/2006/relationships/image"/><Relationship Id="rId11" Target="../media/image304.png" Type="http://schemas.openxmlformats.org/officeDocument/2006/relationships/image"/><Relationship Id="rId12" Target="../media/image305.png" Type="http://schemas.openxmlformats.org/officeDocument/2006/relationships/image"/><Relationship Id="rId13" Target="../media/image306.png" Type="http://schemas.openxmlformats.org/officeDocument/2006/relationships/image"/><Relationship Id="rId14" Target="../media/image307.png" Type="http://schemas.openxmlformats.org/officeDocument/2006/relationships/image"/><Relationship Id="rId15" Target="../media/image308.png" Type="http://schemas.openxmlformats.org/officeDocument/2006/relationships/image"/><Relationship Id="rId16" Target="../media/image309.png" Type="http://schemas.openxmlformats.org/officeDocument/2006/relationships/image"/><Relationship Id="rId17" Target="../media/image310.png" Type="http://schemas.openxmlformats.org/officeDocument/2006/relationships/image"/><Relationship Id="rId18" Target="../media/image311.png" Type="http://schemas.openxmlformats.org/officeDocument/2006/relationships/image"/><Relationship Id="rId19" Target="../media/image312.png" Type="http://schemas.openxmlformats.org/officeDocument/2006/relationships/image"/><Relationship Id="rId2" Target="../media/image36.png" Type="http://schemas.openxmlformats.org/officeDocument/2006/relationships/image"/><Relationship Id="rId20" Target="../media/image313.png" Type="http://schemas.openxmlformats.org/officeDocument/2006/relationships/image"/><Relationship Id="rId21" Target="../media/image314.png" Type="http://schemas.openxmlformats.org/officeDocument/2006/relationships/image"/><Relationship Id="rId22" Target="../media/image315.png" Type="http://schemas.openxmlformats.org/officeDocument/2006/relationships/image"/><Relationship Id="rId23" Target="../media/image316.png" Type="http://schemas.openxmlformats.org/officeDocument/2006/relationships/image"/><Relationship Id="rId24" Target="../media/image317.png" Type="http://schemas.openxmlformats.org/officeDocument/2006/relationships/image"/><Relationship Id="rId25" Target="../media/image246.png" Type="http://schemas.openxmlformats.org/officeDocument/2006/relationships/image"/><Relationship Id="rId26" Target="../media/image247.png" Type="http://schemas.openxmlformats.org/officeDocument/2006/relationships/image"/><Relationship Id="rId27" Target="../media/image318.png" Type="http://schemas.openxmlformats.org/officeDocument/2006/relationships/image"/><Relationship Id="rId28" Target="../media/image249.png" Type="http://schemas.openxmlformats.org/officeDocument/2006/relationships/image"/><Relationship Id="rId29" Target="../media/image319.png" Type="http://schemas.openxmlformats.org/officeDocument/2006/relationships/image"/><Relationship Id="rId3" Target="../media/image37.png" Type="http://schemas.openxmlformats.org/officeDocument/2006/relationships/image"/><Relationship Id="rId30" Target="../media/image320.png" Type="http://schemas.openxmlformats.org/officeDocument/2006/relationships/image"/><Relationship Id="rId31" Target="../media/image321.png" Type="http://schemas.openxmlformats.org/officeDocument/2006/relationships/image"/><Relationship Id="rId4" Target="../media/image297.png" Type="http://schemas.openxmlformats.org/officeDocument/2006/relationships/image"/><Relationship Id="rId5" Target="../media/image298.png" Type="http://schemas.openxmlformats.org/officeDocument/2006/relationships/image"/><Relationship Id="rId6" Target="../media/image299.png" Type="http://schemas.openxmlformats.org/officeDocument/2006/relationships/image"/><Relationship Id="rId7" Target="../media/image300.png" Type="http://schemas.openxmlformats.org/officeDocument/2006/relationships/image"/><Relationship Id="rId8" Target="../media/image301.png" Type="http://schemas.openxmlformats.org/officeDocument/2006/relationships/image"/><Relationship Id="rId9" Target="../media/image30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8.png" Type="http://schemas.openxmlformats.org/officeDocument/2006/relationships/image"/><Relationship Id="rId11" Target="../media/image329.png" Type="http://schemas.openxmlformats.org/officeDocument/2006/relationships/image"/><Relationship Id="rId12" Target="../media/image330.png" Type="http://schemas.openxmlformats.org/officeDocument/2006/relationships/image"/><Relationship Id="rId13" Target="../media/image331.png" Type="http://schemas.openxmlformats.org/officeDocument/2006/relationships/image"/><Relationship Id="rId14" Target="../media/image332.png" Type="http://schemas.openxmlformats.org/officeDocument/2006/relationships/image"/><Relationship Id="rId15" Target="../media/image333.png" Type="http://schemas.openxmlformats.org/officeDocument/2006/relationships/image"/><Relationship Id="rId16" Target="../media/image334.png" Type="http://schemas.openxmlformats.org/officeDocument/2006/relationships/image"/><Relationship Id="rId17" Target="../media/image335.png" Type="http://schemas.openxmlformats.org/officeDocument/2006/relationships/image"/><Relationship Id="rId18" Target="../media/image336.png" Type="http://schemas.openxmlformats.org/officeDocument/2006/relationships/image"/><Relationship Id="rId19" Target="../media/image337.png" Type="http://schemas.openxmlformats.org/officeDocument/2006/relationships/image"/><Relationship Id="rId2" Target="../media/image36.png" Type="http://schemas.openxmlformats.org/officeDocument/2006/relationships/image"/><Relationship Id="rId20" Target="../media/image338.png" Type="http://schemas.openxmlformats.org/officeDocument/2006/relationships/image"/><Relationship Id="rId21" Target="../media/image339.png" Type="http://schemas.openxmlformats.org/officeDocument/2006/relationships/image"/><Relationship Id="rId22" Target="../media/image340.png" Type="http://schemas.openxmlformats.org/officeDocument/2006/relationships/image"/><Relationship Id="rId23" Target="../media/image341.png" Type="http://schemas.openxmlformats.org/officeDocument/2006/relationships/image"/><Relationship Id="rId24" Target="../media/image342.png" Type="http://schemas.openxmlformats.org/officeDocument/2006/relationships/image"/><Relationship Id="rId25" Target="../media/image343.png" Type="http://schemas.openxmlformats.org/officeDocument/2006/relationships/image"/><Relationship Id="rId26" Target="../media/image344.png" Type="http://schemas.openxmlformats.org/officeDocument/2006/relationships/image"/><Relationship Id="rId27" Target="../media/image345.png" Type="http://schemas.openxmlformats.org/officeDocument/2006/relationships/image"/><Relationship Id="rId28" Target="../media/image346.png" Type="http://schemas.openxmlformats.org/officeDocument/2006/relationships/image"/><Relationship Id="rId29" Target="../media/image347.png" Type="http://schemas.openxmlformats.org/officeDocument/2006/relationships/image"/><Relationship Id="rId3" Target="../media/image37.png" Type="http://schemas.openxmlformats.org/officeDocument/2006/relationships/image"/><Relationship Id="rId30" Target="../media/image348.png" Type="http://schemas.openxmlformats.org/officeDocument/2006/relationships/image"/><Relationship Id="rId31" Target="../media/image349.png" Type="http://schemas.openxmlformats.org/officeDocument/2006/relationships/image"/><Relationship Id="rId32" Target="../media/image350.png" Type="http://schemas.openxmlformats.org/officeDocument/2006/relationships/image"/><Relationship Id="rId33" Target="../media/image351.png" Type="http://schemas.openxmlformats.org/officeDocument/2006/relationships/image"/><Relationship Id="rId34" Target="../media/image352.png" Type="http://schemas.openxmlformats.org/officeDocument/2006/relationships/image"/><Relationship Id="rId4" Target="../media/image322.png" Type="http://schemas.openxmlformats.org/officeDocument/2006/relationships/image"/><Relationship Id="rId5" Target="../media/image323.png" Type="http://schemas.openxmlformats.org/officeDocument/2006/relationships/image"/><Relationship Id="rId6" Target="../media/image324.png" Type="http://schemas.openxmlformats.org/officeDocument/2006/relationships/image"/><Relationship Id="rId7" Target="../media/image325.png" Type="http://schemas.openxmlformats.org/officeDocument/2006/relationships/image"/><Relationship Id="rId8" Target="../media/image326.png" Type="http://schemas.openxmlformats.org/officeDocument/2006/relationships/image"/><Relationship Id="rId9" Target="../media/image3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53.png" Type="http://schemas.openxmlformats.org/officeDocument/2006/relationships/image"/><Relationship Id="rId5" Target="../media/image354.png" Type="http://schemas.openxmlformats.org/officeDocument/2006/relationships/image"/><Relationship Id="rId6" Target="../media/image35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56.png" Type="http://schemas.openxmlformats.org/officeDocument/2006/relationships/image"/><Relationship Id="rId5" Target="../media/image357.png" Type="http://schemas.openxmlformats.org/officeDocument/2006/relationships/image"/><Relationship Id="rId6" Target="../media/image358.png" Type="http://schemas.openxmlformats.org/officeDocument/2006/relationships/image"/><Relationship Id="rId7" Target="../media/image35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59.png" Type="http://schemas.openxmlformats.org/officeDocument/2006/relationships/image"/><Relationship Id="rId5" Target="../media/image360.png" Type="http://schemas.openxmlformats.org/officeDocument/2006/relationships/image"/><Relationship Id="rId6" Target="../media/image361.png" Type="http://schemas.openxmlformats.org/officeDocument/2006/relationships/image"/><Relationship Id="rId7" Target="../media/image36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63.png" Type="http://schemas.openxmlformats.org/officeDocument/2006/relationships/image"/><Relationship Id="rId5" Target="../media/image364.png" Type="http://schemas.openxmlformats.org/officeDocument/2006/relationships/image"/><Relationship Id="rId6" Target="../media/image365.png" Type="http://schemas.openxmlformats.org/officeDocument/2006/relationships/image"/><Relationship Id="rId7" Target="../media/image366.png" Type="http://schemas.openxmlformats.org/officeDocument/2006/relationships/image"/><Relationship Id="rId8" Target="../media/image36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68.png" Type="http://schemas.openxmlformats.org/officeDocument/2006/relationships/image"/><Relationship Id="rId5" Target="../media/image369.png" Type="http://schemas.openxmlformats.org/officeDocument/2006/relationships/image"/><Relationship Id="rId6" Target="../media/image6.png" Type="http://schemas.openxmlformats.org/officeDocument/2006/relationships/image"/><Relationship Id="rId7" Target="../media/image370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71.png" Type="http://schemas.openxmlformats.org/officeDocument/2006/relationships/image"/><Relationship Id="rId5" Target="../media/image6.png" Type="http://schemas.openxmlformats.org/officeDocument/2006/relationships/image"/><Relationship Id="rId6" Target="../media/image372.png" Type="http://schemas.openxmlformats.org/officeDocument/2006/relationships/image"/><Relationship Id="rId7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532600" y="584200"/>
            <a:ext cx="3429000" cy="182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48500" y="1016000"/>
            <a:ext cx="2984500" cy="977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93900" y="10553700"/>
            <a:ext cx="56134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666200" y="12534900"/>
            <a:ext cx="1892300" cy="431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93900" y="8445500"/>
            <a:ext cx="10274300" cy="96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93900" y="4140200"/>
            <a:ext cx="13525500" cy="430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528800" y="2552700"/>
            <a:ext cx="6400800" cy="10096500"/>
          </a:xfrm>
          <a:prstGeom prst="rect">
            <a:avLst/>
          </a:prstGeom>
          <a:effectLst>
            <a:outerShdw dir="2700000" dist="295174" blurRad="479658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57400" y="6121400"/>
            <a:ext cx="2070100" cy="1473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666200" y="12534900"/>
            <a:ext cx="1892300" cy="431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76900" y="3365500"/>
            <a:ext cx="33020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985000" y="2679700"/>
            <a:ext cx="673100" cy="49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76900" y="3860800"/>
            <a:ext cx="3302000" cy="546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56800" y="3365500"/>
            <a:ext cx="33020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277600" y="2679700"/>
            <a:ext cx="673100" cy="495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185400" y="3860800"/>
            <a:ext cx="2844800" cy="546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49400" y="3365500"/>
            <a:ext cx="33020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557500" y="2679700"/>
            <a:ext cx="673100" cy="495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478000" y="3606800"/>
            <a:ext cx="2844800" cy="1054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402300" y="3365500"/>
            <a:ext cx="33020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710400" y="2679700"/>
            <a:ext cx="673100" cy="495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957800" y="3606800"/>
            <a:ext cx="4178300" cy="1054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76900" y="6667500"/>
            <a:ext cx="3302000" cy="12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985000" y="5994400"/>
            <a:ext cx="673100" cy="495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638800" y="6921500"/>
            <a:ext cx="3390900" cy="1054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56800" y="6667500"/>
            <a:ext cx="3302000" cy="12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277600" y="5994400"/>
            <a:ext cx="673100" cy="495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185400" y="6921500"/>
            <a:ext cx="2844800" cy="1054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49400" y="6667500"/>
            <a:ext cx="3302000" cy="12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5557500" y="5994400"/>
            <a:ext cx="673100" cy="495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478000" y="7175500"/>
            <a:ext cx="2844800" cy="546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402300" y="6667500"/>
            <a:ext cx="3302000" cy="12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9710400" y="5994400"/>
            <a:ext cx="673100" cy="495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8618200" y="7175500"/>
            <a:ext cx="2844800" cy="546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76900" y="9982200"/>
            <a:ext cx="330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6337300" y="9296400"/>
            <a:ext cx="1981200" cy="495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905500" y="10477500"/>
            <a:ext cx="2844800" cy="5461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56800" y="9982200"/>
            <a:ext cx="330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617200" y="9296400"/>
            <a:ext cx="1981200" cy="4953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185400" y="10477500"/>
            <a:ext cx="2844800" cy="546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49400" y="9982200"/>
            <a:ext cx="3302000" cy="127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4897100" y="9296400"/>
            <a:ext cx="1981200" cy="4953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4465300" y="10477500"/>
            <a:ext cx="28448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4922500" y="-228600"/>
            <a:ext cx="1409700" cy="12611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083300" y="2336800"/>
            <a:ext cx="1409700" cy="749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00400" y="5499100"/>
            <a:ext cx="1155700" cy="1155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429000" y="5727700"/>
            <a:ext cx="698500" cy="69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11700" y="5842000"/>
            <a:ext cx="5588000" cy="469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960100" y="5651500"/>
            <a:ext cx="10185400" cy="850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5400000">
            <a:off x="14922500" y="1549400"/>
            <a:ext cx="1409700" cy="12611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6083300" y="4114800"/>
            <a:ext cx="1409700" cy="7493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213100" y="7277100"/>
            <a:ext cx="1155700" cy="1155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711700" y="7620000"/>
            <a:ext cx="5613400" cy="469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972800" y="7429500"/>
            <a:ext cx="10350500" cy="850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-5400000">
            <a:off x="14922500" y="3340100"/>
            <a:ext cx="1409700" cy="12611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6083300" y="5892800"/>
            <a:ext cx="1409700" cy="7493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13100" y="9055100"/>
            <a:ext cx="1155700" cy="1155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711700" y="9398000"/>
            <a:ext cx="5676900" cy="469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972800" y="9207500"/>
            <a:ext cx="10350500" cy="850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-5400000">
            <a:off x="14922500" y="5118100"/>
            <a:ext cx="1409700" cy="12611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6083300" y="7670800"/>
            <a:ext cx="1409700" cy="7493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213100" y="10833100"/>
            <a:ext cx="1155700" cy="1155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441700" y="7505700"/>
            <a:ext cx="698500" cy="698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3441700" y="9283700"/>
            <a:ext cx="698500" cy="698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441700" y="11074400"/>
            <a:ext cx="698500" cy="698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4711700" y="11176000"/>
            <a:ext cx="5613400" cy="469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972800" y="10985500"/>
            <a:ext cx="10198100" cy="850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4902200" y="3619500"/>
            <a:ext cx="14579600" cy="444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051300" y="2311400"/>
            <a:ext cx="16294100" cy="1308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314700" y="12293600"/>
            <a:ext cx="177673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38200" y="5930900"/>
            <a:ext cx="22720300" cy="7035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1300" y="6807200"/>
            <a:ext cx="4089400" cy="530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13000" y="7226300"/>
            <a:ext cx="2286000" cy="60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65400" y="7327900"/>
            <a:ext cx="1981200" cy="41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6807200"/>
            <a:ext cx="4089400" cy="5308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692900" y="7213600"/>
            <a:ext cx="2286000" cy="609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845300" y="7315200"/>
            <a:ext cx="1968500" cy="419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58400" y="6807200"/>
            <a:ext cx="4089400" cy="5308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960100" y="7213600"/>
            <a:ext cx="2286000" cy="609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947400" y="7315200"/>
            <a:ext cx="2298700" cy="419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414500" y="6807200"/>
            <a:ext cx="8458200" cy="1231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706600" y="7112000"/>
            <a:ext cx="1612900" cy="609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986000" y="7213600"/>
            <a:ext cx="1054100" cy="419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414500" y="8166100"/>
            <a:ext cx="8458200" cy="1231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706600" y="8470900"/>
            <a:ext cx="1612900" cy="60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986000" y="8572500"/>
            <a:ext cx="1054100" cy="419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414500" y="9525000"/>
            <a:ext cx="8458200" cy="1231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706600" y="9829800"/>
            <a:ext cx="1612900" cy="609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986000" y="9931400"/>
            <a:ext cx="1054100" cy="419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414500" y="10883900"/>
            <a:ext cx="8458200" cy="1231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706600" y="11188700"/>
            <a:ext cx="1612900" cy="609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78100" y="8369300"/>
            <a:ext cx="1968500" cy="1968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6845300" y="8369300"/>
            <a:ext cx="1968500" cy="1968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048000" y="8851900"/>
            <a:ext cx="1016000" cy="1016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1112500" y="8369300"/>
            <a:ext cx="1968500" cy="1968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986000" y="11290300"/>
            <a:ext cx="1054100" cy="419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11300" y="10655300"/>
            <a:ext cx="4089400" cy="965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969000" y="10655300"/>
            <a:ext cx="3721100" cy="965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058400" y="10655300"/>
            <a:ext cx="4102100" cy="965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6725900" y="6934200"/>
            <a:ext cx="6146800" cy="965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725900" y="8293100"/>
            <a:ext cx="6146800" cy="965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725900" y="9918700"/>
            <a:ext cx="6146800" cy="444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725900" y="11277600"/>
            <a:ext cx="6146800" cy="444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102100" y="3619500"/>
            <a:ext cx="16192500" cy="444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289800" y="2311400"/>
            <a:ext cx="9804400" cy="1308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327900" y="8801100"/>
            <a:ext cx="1016000" cy="109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1684000" y="89408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980000">
            <a:off x="5943600" y="7823200"/>
            <a:ext cx="13335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511800" y="8953500"/>
            <a:ext cx="13335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1980000">
            <a:off x="17310100" y="7823200"/>
            <a:ext cx="13335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640300" y="8953500"/>
            <a:ext cx="1333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160000">
            <a:off x="8407400" y="6489700"/>
            <a:ext cx="13335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60000">
            <a:off x="9906000" y="5651500"/>
            <a:ext cx="13335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60000">
            <a:off x="13360400" y="5727700"/>
            <a:ext cx="13335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2160000">
            <a:off x="14516100" y="6489700"/>
            <a:ext cx="13335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0300" y="11506200"/>
            <a:ext cx="6515100" cy="927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814800" y="11303000"/>
            <a:ext cx="6616700" cy="927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09100" y="4483100"/>
            <a:ext cx="2146300" cy="698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52000" y="4597400"/>
            <a:ext cx="1460500" cy="469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700000" y="4483100"/>
            <a:ext cx="2603500" cy="698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271500" y="4597400"/>
            <a:ext cx="1460500" cy="469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000500" y="7112000"/>
            <a:ext cx="2146300" cy="698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43400" y="7226300"/>
            <a:ext cx="1460500" cy="469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237200" y="7112000"/>
            <a:ext cx="2146300" cy="698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580100" y="7226300"/>
            <a:ext cx="1460500" cy="469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464300" y="6007100"/>
            <a:ext cx="11468100" cy="6654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525000" y="9982200"/>
            <a:ext cx="5334000" cy="2679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337800" y="11277600"/>
            <a:ext cx="3708400" cy="952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604000" y="7708900"/>
            <a:ext cx="1930400" cy="1930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575800" y="6159500"/>
            <a:ext cx="1930400" cy="1930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877800" y="6159500"/>
            <a:ext cx="1930400" cy="1930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849600" y="7708900"/>
            <a:ext cx="1930400" cy="1930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6362700" y="5588000"/>
            <a:ext cx="2717800" cy="698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731000" y="5702300"/>
            <a:ext cx="1993900" cy="4699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316200" y="5588000"/>
            <a:ext cx="2146300" cy="698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659100" y="5702300"/>
            <a:ext cx="1460500" cy="469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479800" y="8623300"/>
            <a:ext cx="2146300" cy="698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822700" y="8737600"/>
            <a:ext cx="1460500" cy="469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770600" y="8623300"/>
            <a:ext cx="2527300" cy="698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9304000" y="8737600"/>
            <a:ext cx="1460500" cy="4699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645400" y="12471400"/>
            <a:ext cx="9105900" cy="2667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7289800" y="2311400"/>
            <a:ext cx="9804400" cy="1308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6832600" y="8432800"/>
            <a:ext cx="1460500" cy="596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804400" y="6819900"/>
            <a:ext cx="1460500" cy="596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3119100" y="6819900"/>
            <a:ext cx="1460500" cy="5969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6002000" y="8382000"/>
            <a:ext cx="16383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02100" y="3619500"/>
            <a:ext cx="16192500" cy="444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63600" y="2311400"/>
            <a:ext cx="22644100" cy="130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6000" y="6515100"/>
            <a:ext cx="4152900" cy="196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5700" y="7289800"/>
            <a:ext cx="3886200" cy="431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6515100"/>
            <a:ext cx="4152900" cy="30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3000" y="7035800"/>
            <a:ext cx="3911600" cy="38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1100" y="7086600"/>
            <a:ext cx="3822700" cy="292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3000" y="7467600"/>
            <a:ext cx="3911600" cy="381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81100" y="7505700"/>
            <a:ext cx="3822700" cy="292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43000" y="7886700"/>
            <a:ext cx="3911600" cy="381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81100" y="7937500"/>
            <a:ext cx="3822700" cy="292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240500" y="9829800"/>
            <a:ext cx="4152900" cy="1968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380200" y="10591800"/>
            <a:ext cx="38862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240500" y="9829800"/>
            <a:ext cx="4152900" cy="304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367500" y="10350500"/>
            <a:ext cx="39116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9405600" y="10388600"/>
            <a:ext cx="3822700" cy="292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367500" y="10769600"/>
            <a:ext cx="3911600" cy="381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405600" y="10820400"/>
            <a:ext cx="3822700" cy="292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367500" y="11201400"/>
            <a:ext cx="3911600" cy="381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405600" y="11239500"/>
            <a:ext cx="3822700" cy="29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66800" y="9309100"/>
            <a:ext cx="16840200" cy="2628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70000" y="10591800"/>
            <a:ext cx="16446500" cy="50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66800" y="9372600"/>
            <a:ext cx="16840200" cy="393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181100" y="9829800"/>
            <a:ext cx="3822700" cy="1968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20800" y="10706100"/>
            <a:ext cx="3556000" cy="215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81100" y="9829800"/>
            <a:ext cx="3822700" cy="304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95400" y="10350500"/>
            <a:ext cx="3594100" cy="381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333500" y="10388600"/>
            <a:ext cx="3517900" cy="2921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95400" y="10769600"/>
            <a:ext cx="3594100" cy="381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333500" y="10820400"/>
            <a:ext cx="3517900" cy="2921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295400" y="11201400"/>
            <a:ext cx="3594100" cy="3810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333500" y="11239500"/>
            <a:ext cx="3517900" cy="292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9715500" y="9829800"/>
            <a:ext cx="3822700" cy="1968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9842500" y="10591800"/>
            <a:ext cx="3556000" cy="431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9715500" y="9829800"/>
            <a:ext cx="3822700" cy="304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829800" y="10350500"/>
            <a:ext cx="3606800" cy="381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9867900" y="10388600"/>
            <a:ext cx="3517900" cy="2921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829800" y="10769600"/>
            <a:ext cx="3606800" cy="3810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9867900" y="10820400"/>
            <a:ext cx="3517900" cy="2921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9829800" y="11201400"/>
            <a:ext cx="3606800" cy="381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9867900" y="11239500"/>
            <a:ext cx="3517900" cy="2921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5448300" y="9829800"/>
            <a:ext cx="3822700" cy="1968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5588000" y="10769600"/>
            <a:ext cx="3556000" cy="101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448300" y="9829800"/>
            <a:ext cx="3822700" cy="3048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575300" y="10350500"/>
            <a:ext cx="3606800" cy="3810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626100" y="10388600"/>
            <a:ext cx="3517900" cy="2921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5575300" y="10769600"/>
            <a:ext cx="3606800" cy="3810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5626100" y="10820400"/>
            <a:ext cx="3517900" cy="2921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5575300" y="11201400"/>
            <a:ext cx="3606800" cy="3810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5626100" y="11239500"/>
            <a:ext cx="3517900" cy="2921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3970000" y="9829800"/>
            <a:ext cx="3822700" cy="1968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4109700" y="10782300"/>
            <a:ext cx="3556000" cy="508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3970000" y="9829800"/>
            <a:ext cx="3822700" cy="3048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084300" y="10350500"/>
            <a:ext cx="3606800" cy="381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4135100" y="10388600"/>
            <a:ext cx="3517900" cy="2921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084300" y="10769600"/>
            <a:ext cx="3606800" cy="381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4135100" y="10820400"/>
            <a:ext cx="3517900" cy="2921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084300" y="11201400"/>
            <a:ext cx="3606800" cy="3810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4135100" y="11239500"/>
            <a:ext cx="3517900" cy="2921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9626600" y="6553200"/>
            <a:ext cx="8255000" cy="1968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7924800" y="406400"/>
            <a:ext cx="11658600" cy="142494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9626600" y="6553200"/>
            <a:ext cx="8255000" cy="3048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9753600" y="7073900"/>
            <a:ext cx="3987800" cy="3810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9791700" y="7112000"/>
            <a:ext cx="3898900" cy="2921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9753600" y="7493000"/>
            <a:ext cx="3987800" cy="3810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9791700" y="7531100"/>
            <a:ext cx="3898900" cy="2921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9753600" y="7912100"/>
            <a:ext cx="3987800" cy="3810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9791700" y="7962900"/>
            <a:ext cx="3898900" cy="2921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3792200" y="7073900"/>
            <a:ext cx="3987800" cy="3810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3830300" y="7112000"/>
            <a:ext cx="3898900" cy="2921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3792200" y="7493000"/>
            <a:ext cx="3987800" cy="3810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3830300" y="7531100"/>
            <a:ext cx="3898900" cy="2921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5400000">
            <a:off x="2425700" y="9093200"/>
            <a:ext cx="1346200" cy="1270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422400" y="8597900"/>
            <a:ext cx="3924300" cy="4699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5003800" y="10744200"/>
            <a:ext cx="431800" cy="1270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21599999">
            <a:off x="9271000" y="10744200"/>
            <a:ext cx="431800" cy="1270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13538200" y="10744200"/>
            <a:ext cx="431800" cy="1270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17805400" y="10744200"/>
            <a:ext cx="1435100" cy="1270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17881600" y="10883900"/>
            <a:ext cx="1333500" cy="4699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5400000">
            <a:off x="13360400" y="8839200"/>
            <a:ext cx="787400" cy="1270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10223500" y="8597900"/>
            <a:ext cx="4914900" cy="4699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13792200" y="7924800"/>
            <a:ext cx="3987800" cy="3810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 rot="0">
            <a:off x="13830300" y="7962900"/>
            <a:ext cx="3898900" cy="2921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79"/>
          <a:stretch>
            <a:fillRect/>
          </a:stretch>
        </p:blipFill>
        <p:spPr>
          <a:xfrm rot="0">
            <a:off x="3314700" y="12103100"/>
            <a:ext cx="177673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78300" y="939800"/>
            <a:ext cx="5549900" cy="11925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8900000">
            <a:off x="16662400" y="876300"/>
            <a:ext cx="406400" cy="40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8900000">
            <a:off x="16713200" y="1054100"/>
            <a:ext cx="3175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8900000">
            <a:off x="16903700" y="774700"/>
            <a:ext cx="406400" cy="40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8900000">
            <a:off x="16954500" y="952500"/>
            <a:ext cx="3175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8100000">
            <a:off x="22440900" y="12446000"/>
            <a:ext cx="381000" cy="381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8100000">
            <a:off x="22479000" y="12611100"/>
            <a:ext cx="2921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8100000">
            <a:off x="22212300" y="12534900"/>
            <a:ext cx="381000" cy="381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8100000">
            <a:off x="22250400" y="12700000"/>
            <a:ext cx="2921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1700000">
            <a:off x="16776700" y="12522200"/>
            <a:ext cx="381000" cy="381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1700000">
            <a:off x="16827500" y="12687300"/>
            <a:ext cx="2921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1700000">
            <a:off x="16586200" y="12369800"/>
            <a:ext cx="381000" cy="381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1700000">
            <a:off x="16624300" y="12534900"/>
            <a:ext cx="2921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932900" y="762000"/>
            <a:ext cx="4064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983700" y="939800"/>
            <a:ext cx="317500" cy="50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174200" y="863600"/>
            <a:ext cx="406400" cy="40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2225000" y="1041400"/>
            <a:ext cx="317500" cy="50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256000" y="939800"/>
            <a:ext cx="6324600" cy="11925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043400" y="11938000"/>
            <a:ext cx="41275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210800" y="939800"/>
            <a:ext cx="5549900" cy="11925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8900000">
            <a:off x="9994900" y="876300"/>
            <a:ext cx="406400" cy="406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18900000">
            <a:off x="10045700" y="1054100"/>
            <a:ext cx="317500" cy="50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8900000">
            <a:off x="10236200" y="774700"/>
            <a:ext cx="406400" cy="406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18900000">
            <a:off x="10287000" y="952500"/>
            <a:ext cx="317500" cy="50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8100000">
            <a:off x="15773400" y="12446000"/>
            <a:ext cx="381000" cy="381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8100000">
            <a:off x="15811500" y="12611100"/>
            <a:ext cx="292100" cy="50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8100000">
            <a:off x="15544800" y="12534900"/>
            <a:ext cx="381000" cy="381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8100000">
            <a:off x="15582900" y="12700000"/>
            <a:ext cx="292100" cy="508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1700000">
            <a:off x="10109200" y="12522200"/>
            <a:ext cx="381000" cy="381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11700000">
            <a:off x="10160000" y="12687300"/>
            <a:ext cx="292100" cy="50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11700000">
            <a:off x="9918700" y="12369800"/>
            <a:ext cx="381000" cy="3810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11700000">
            <a:off x="9956800" y="12534900"/>
            <a:ext cx="292100" cy="50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65400" y="762000"/>
            <a:ext cx="406400" cy="4064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316200" y="939800"/>
            <a:ext cx="317500" cy="50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506700" y="863600"/>
            <a:ext cx="406400" cy="406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5557500" y="1041400"/>
            <a:ext cx="317500" cy="50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588500" y="939800"/>
            <a:ext cx="6324600" cy="119253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0375900" y="11938000"/>
            <a:ext cx="4127500" cy="4064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082800" y="5930900"/>
            <a:ext cx="6489700" cy="444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082800" y="6388100"/>
            <a:ext cx="7315200" cy="30607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2082800" y="4762500"/>
            <a:ext cx="6858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75100" y="5118100"/>
            <a:ext cx="54356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935200" y="5118100"/>
            <a:ext cx="54356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0">
            <a:off x="10261600" y="6248400"/>
            <a:ext cx="38100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0">
            <a:off x="10274300" y="7289800"/>
            <a:ext cx="38100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0">
            <a:off x="10274300" y="8318500"/>
            <a:ext cx="3810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56900" y="6045200"/>
            <a:ext cx="28321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24100" y="10998200"/>
            <a:ext cx="19748500" cy="1270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11366500"/>
            <a:ext cx="1714500" cy="533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914900" y="11404600"/>
            <a:ext cx="163957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098800" y="11430000"/>
            <a:ext cx="1155700" cy="406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902200" y="3619500"/>
            <a:ext cx="14579600" cy="44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905500" y="2311400"/>
            <a:ext cx="12573000" cy="130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390900" y="5829300"/>
            <a:ext cx="1028700" cy="889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505200" y="6210300"/>
            <a:ext cx="787400" cy="127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911600" y="5829300"/>
            <a:ext cx="6083300" cy="889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178300" y="6096000"/>
            <a:ext cx="5537200" cy="330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3975100" y="6045200"/>
            <a:ext cx="54356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390900" y="6845300"/>
            <a:ext cx="1028700" cy="889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517900" y="7226300"/>
            <a:ext cx="787400" cy="127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911600" y="6845300"/>
            <a:ext cx="6083300" cy="889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191000" y="7124700"/>
            <a:ext cx="5537200" cy="330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3975100" y="7061200"/>
            <a:ext cx="5435600" cy="444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390900" y="7874000"/>
            <a:ext cx="1028700" cy="889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505200" y="8255000"/>
            <a:ext cx="787400" cy="127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911600" y="7874000"/>
            <a:ext cx="6083300" cy="889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178300" y="8140700"/>
            <a:ext cx="5537200" cy="330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975100" y="8089900"/>
            <a:ext cx="5435600" cy="444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390900" y="8890000"/>
            <a:ext cx="1028700" cy="8890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3505200" y="9271000"/>
            <a:ext cx="787400" cy="127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911600" y="8890000"/>
            <a:ext cx="6083300" cy="889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178300" y="9169400"/>
            <a:ext cx="5537200" cy="330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975100" y="9105900"/>
            <a:ext cx="5435600" cy="444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390900" y="9918700"/>
            <a:ext cx="1028700" cy="889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505200" y="10299700"/>
            <a:ext cx="787400" cy="1270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911600" y="9918700"/>
            <a:ext cx="6083300" cy="8890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4178300" y="10185400"/>
            <a:ext cx="5537200" cy="330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3975100" y="10134600"/>
            <a:ext cx="5435600" cy="444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10800000">
            <a:off x="19939000" y="9918700"/>
            <a:ext cx="1028700" cy="8890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10800000">
            <a:off x="20053300" y="10287000"/>
            <a:ext cx="787400" cy="127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10800000">
            <a:off x="14363700" y="9918700"/>
            <a:ext cx="6083300" cy="889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10800000">
            <a:off x="14630400" y="10185400"/>
            <a:ext cx="5537200" cy="330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10800000">
            <a:off x="19926300" y="8890000"/>
            <a:ext cx="1028700" cy="8890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10800000">
            <a:off x="20053300" y="9258300"/>
            <a:ext cx="787400" cy="1270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10800000">
            <a:off x="14351000" y="8890000"/>
            <a:ext cx="6083300" cy="8890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10800000">
            <a:off x="5029200" y="330200"/>
            <a:ext cx="24752300" cy="179959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10800000">
            <a:off x="19939000" y="7874000"/>
            <a:ext cx="1028700" cy="889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10800000">
            <a:off x="20053300" y="8242300"/>
            <a:ext cx="787400" cy="1270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10800000">
            <a:off x="14363700" y="7874000"/>
            <a:ext cx="6083300" cy="8890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10800000">
            <a:off x="14630400" y="8140700"/>
            <a:ext cx="5537200" cy="3302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10800000">
            <a:off x="19939000" y="6845300"/>
            <a:ext cx="1028700" cy="8890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10800000">
            <a:off x="20053300" y="7226300"/>
            <a:ext cx="787400" cy="1270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10800000">
            <a:off x="14363700" y="6845300"/>
            <a:ext cx="6083300" cy="8890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10800000">
            <a:off x="14630400" y="7124700"/>
            <a:ext cx="5537200" cy="3302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10800000">
            <a:off x="19939000" y="5829300"/>
            <a:ext cx="1028700" cy="889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10800000">
            <a:off x="20053300" y="6197600"/>
            <a:ext cx="787400" cy="127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10800000">
            <a:off x="14363700" y="5829300"/>
            <a:ext cx="6083300" cy="889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10800000">
            <a:off x="14630400" y="6096000"/>
            <a:ext cx="5537200" cy="3302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4935200" y="6045200"/>
            <a:ext cx="5435600" cy="444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947900" y="7061200"/>
            <a:ext cx="5435600" cy="444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4935200" y="8089900"/>
            <a:ext cx="5435600" cy="444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4935200" y="9105900"/>
            <a:ext cx="5435600" cy="444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4935200" y="10134600"/>
            <a:ext cx="5435600" cy="444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0604500" y="6908800"/>
            <a:ext cx="3149600" cy="7747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0604500" y="7924800"/>
            <a:ext cx="3149600" cy="7747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0">
            <a:off x="10261600" y="9334500"/>
            <a:ext cx="3810000" cy="254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0591800" y="8953500"/>
            <a:ext cx="3149600" cy="7747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0">
            <a:off x="10261600" y="10350500"/>
            <a:ext cx="3810000" cy="254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0591800" y="9969500"/>
            <a:ext cx="31496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05000" y="4406900"/>
            <a:ext cx="3454400" cy="3162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32200" y="5905500"/>
            <a:ext cx="127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5626100" y="4406900"/>
            <a:ext cx="3454400" cy="3162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5803900" y="4572000"/>
            <a:ext cx="3111500" cy="2857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98600" y="5613400"/>
            <a:ext cx="4279900" cy="168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79700" y="4864100"/>
            <a:ext cx="1905000" cy="609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632200" y="5029200"/>
            <a:ext cx="12700" cy="27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959100" y="4965700"/>
            <a:ext cx="1358900" cy="419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753100" y="5613400"/>
            <a:ext cx="3225800" cy="1689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00800" y="4864100"/>
            <a:ext cx="1905000" cy="609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680200" y="4965700"/>
            <a:ext cx="1358900" cy="419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05000" y="2832100"/>
            <a:ext cx="6489700" cy="130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05000" y="7785100"/>
            <a:ext cx="3454400" cy="3162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632200" y="9271000"/>
            <a:ext cx="12700" cy="177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5626100" y="7785100"/>
            <a:ext cx="3454400" cy="316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>
            <a:alphaModFix amt="20000"/>
          </a:blip>
          <a:stretch>
            <a:fillRect/>
          </a:stretch>
        </p:blipFill>
        <p:spPr>
          <a:xfrm rot="0">
            <a:off x="5803900" y="7937500"/>
            <a:ext cx="3111500" cy="2857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54200" y="8991600"/>
            <a:ext cx="3556000" cy="1282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79700" y="8229600"/>
            <a:ext cx="1905000" cy="609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700" y="279400"/>
            <a:ext cx="7239000" cy="16522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667000" y="8331200"/>
            <a:ext cx="1930400" cy="419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753100" y="8991600"/>
            <a:ext cx="3225800" cy="1282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00800" y="8229600"/>
            <a:ext cx="1905000" cy="609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680200" y="8331200"/>
            <a:ext cx="1358900" cy="419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956800" y="2984500"/>
            <a:ext cx="12788900" cy="7962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324100" y="11341100"/>
            <a:ext cx="19748500" cy="1270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819400" y="11709400"/>
            <a:ext cx="1714500" cy="533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4914900" y="11734800"/>
            <a:ext cx="16878300" cy="4699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3098800" y="11772900"/>
            <a:ext cx="1155700" cy="406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9956800" y="2540000"/>
            <a:ext cx="12788900" cy="901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456400" y="2984500"/>
            <a:ext cx="3060700" cy="7137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489200" y="3276600"/>
            <a:ext cx="36982400" cy="656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90800" y="4076700"/>
            <a:ext cx="9525000" cy="408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73400" y="3670300"/>
            <a:ext cx="8572500" cy="487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68200" y="4076700"/>
            <a:ext cx="9525000" cy="408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38100" y="4279900"/>
            <a:ext cx="8572500" cy="3670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90800" y="8305800"/>
            <a:ext cx="9525000" cy="408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073400" y="8509000"/>
            <a:ext cx="8572500" cy="367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68200" y="8305800"/>
            <a:ext cx="9525000" cy="408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38100" y="8509000"/>
            <a:ext cx="8572500" cy="3670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264900" y="7302500"/>
            <a:ext cx="1841500" cy="184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68100" y="7569200"/>
            <a:ext cx="1397000" cy="134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969500" y="6007100"/>
            <a:ext cx="4432300" cy="4432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477500" y="6946900"/>
            <a:ext cx="1574800" cy="736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073400" y="4673600"/>
            <a:ext cx="2616200" cy="63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349500" y="571500"/>
            <a:ext cx="4051300" cy="8826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238500" y="4762500"/>
            <a:ext cx="2273300" cy="444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124200" y="5867400"/>
            <a:ext cx="7251700" cy="990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707100" y="4673600"/>
            <a:ext cx="2616200" cy="635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834100" y="4699000"/>
            <a:ext cx="2349500" cy="571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897600" y="4762500"/>
            <a:ext cx="22352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093700" y="5867400"/>
            <a:ext cx="8153400" cy="990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073400" y="8902700"/>
            <a:ext cx="2616200" cy="635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3200400" y="8928100"/>
            <a:ext cx="2349500" cy="571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327400" y="8991600"/>
            <a:ext cx="2095500" cy="444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124200" y="10096500"/>
            <a:ext cx="7848600" cy="990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694400" y="8902700"/>
            <a:ext cx="2616200" cy="635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8834100" y="8928100"/>
            <a:ext cx="2349500" cy="571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884900" y="8991600"/>
            <a:ext cx="2235200" cy="444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865600" y="10096500"/>
            <a:ext cx="4381500" cy="990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289800" y="2311400"/>
            <a:ext cx="9804400" cy="1308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619500"/>
            <a:ext cx="14579600" cy="444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314700" y="12446000"/>
            <a:ext cx="17767300" cy="444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306300" y="6946900"/>
            <a:ext cx="1574800" cy="736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0477500" y="8851900"/>
            <a:ext cx="1574800" cy="736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2306300" y="8851900"/>
            <a:ext cx="1574800" cy="736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5900" y="558800"/>
            <a:ext cx="3492500" cy="1752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905000" y="1016000"/>
            <a:ext cx="26543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90800" y="1282700"/>
            <a:ext cx="19177000" cy="1113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532600" y="584200"/>
            <a:ext cx="3429000" cy="182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748500" y="1016000"/>
            <a:ext cx="29845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59300" y="2514600"/>
            <a:ext cx="5499100" cy="867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2514600"/>
            <a:ext cx="14935200" cy="867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532600" y="584200"/>
            <a:ext cx="34290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48500" y="1016000"/>
            <a:ext cx="29845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16400" y="1778000"/>
            <a:ext cx="5397500" cy="10160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757400" y="1778000"/>
            <a:ext cx="5397500" cy="10160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532600" y="584200"/>
            <a:ext cx="34290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48500" y="1016000"/>
            <a:ext cx="29845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5930900"/>
            <a:ext cx="24409400" cy="7835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532600" y="584200"/>
            <a:ext cx="3429000" cy="182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48500" y="1016000"/>
            <a:ext cx="2984500" cy="977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2514600"/>
            <a:ext cx="5499100" cy="867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2514600"/>
            <a:ext cx="5499100" cy="867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33900" y="2514600"/>
            <a:ext cx="5499100" cy="867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48600" y="7861300"/>
            <a:ext cx="86868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04100" y="5372100"/>
            <a:ext cx="9563100" cy="2400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666200" y="12534900"/>
            <a:ext cx="1892300" cy="431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532600" y="584200"/>
            <a:ext cx="3429000" cy="1828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748500" y="1016000"/>
            <a:ext cx="29845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5E5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04100" y="5651500"/>
            <a:ext cx="9563100" cy="2400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666200" y="12534900"/>
            <a:ext cx="18923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532600" y="584200"/>
            <a:ext cx="3429000" cy="182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48500" y="1016000"/>
            <a:ext cx="2984500" cy="97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